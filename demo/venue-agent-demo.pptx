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WCC Demo: Venue-Aware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463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8229600" cy="685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Project-owned demo fixture · built during WCC Launchpad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