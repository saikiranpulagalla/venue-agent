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400">
                <a:latin typeface="DejaVu Sans"/>
              </a:rPr>
              <a:t>Venue Agent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058400" cy="109728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2400">
                <a:latin typeface="DejaVu Sans"/>
              </a:rPr>
              <a:t>Room-aware structural analysis sample text.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4572000" cy="2743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800">
                <a:latin typeface="DejaVu Sans"/>
              </a:rPr>
              <a:t>Project-owned fixture — WCC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